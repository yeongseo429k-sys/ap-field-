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D79CC-24BF-52BE-2594-E9A48E62C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E4709B-4021-4432-2D4F-D14092CC1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4D821B-521F-58F1-4009-6CD81353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80D99-9E25-073E-9C3B-3679B16D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F9F2B0-DA3D-34F1-B1F7-1E518D544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079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C5AD7-E06C-8AB5-6413-940D47AD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005860-5F29-0F96-84C9-885164C96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1BFE87-6961-7751-5F3B-2DAD02E1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6B95F-E73A-9ED2-9B7A-5BFE6509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C6920A-CECC-5E66-5581-990700F6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91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A0580-28D3-6A9C-8175-997CFD3DD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818F74-360A-57F5-DC5B-AD685219E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1CDD9A-B655-1D0C-BF5C-53010A14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161333-8104-342B-2E58-DBFD1B07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42A869-984A-10DC-55F6-EDDF41E4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856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6E433-32AE-F905-8A12-24163C5B1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AFD90C-E6F0-833F-FB17-CE6F0A496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1E045C-06E0-C577-9050-1DDEFE45D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D0C4EA-DC12-FE6E-AFB2-4312C63B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F1995D-7C8F-C974-177B-AF3E3013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20557B-D40F-60F5-B999-0731A888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155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DE13E-B7D7-B6B2-1E79-D6D12D46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C44B47-07B8-1B48-FABF-552D5E22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62D418-4838-6551-AC0B-36D894E61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953CFA-0AC3-8BF3-7C48-930247C1F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5EBD66-8320-AABD-C30D-615121B9A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BC3E26-E392-B658-9A1A-B7712B519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5C82FE-30D9-1EAE-93B5-DD04FC62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527A04-F84C-A71C-3468-A3BFA9280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55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E8CDD-748C-4708-708B-9498A0B1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162051-7A5C-8875-C093-22CC7DC32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2FC21D-D664-6C40-9404-0B01D410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F9EA1A-1C7C-FB9E-695A-EDF396AF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62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F03825-2FFB-3DDA-D224-258E7819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A4CC8E-BF34-F412-A81B-FDBE645B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1B8CD7-FEAE-4559-9DD3-4ABAC6137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35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29CEA-E55C-ADC1-794F-FC61B148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73DF7-FA0E-68DF-30BE-B085D972A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689356-68C3-278E-1E4A-BCF953510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8C8AEC-8B12-AC83-46BA-7A558B22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4C1B64-87B1-3D92-068A-1799E93C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F13706-D4CB-7DA7-ED80-60CD71FA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79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C4E37-0914-673E-DF70-99BF8318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391203C-7351-F749-D29C-449BEFF34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B7D515-13E9-ABDF-8225-B21F45D5A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2E7D7B-08AA-E880-FA4B-7D8B43850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3E2CF2-1981-320A-9489-7CD6BB00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9A435C-6DB2-C29F-7A12-6DD38D25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91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2F969-E4DF-D450-8FDA-B68C6B7E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091D95-9B9B-55A7-6E11-80E955CF9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5C9047-E4B1-01E0-11E1-198659B8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58A389-A07F-310D-A33F-FC336B70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D601BA-7151-231A-48F3-6A136931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879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D0D886-9A9C-A7FD-8C18-8E4863721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7BF82D-1BAA-33FD-DCB9-61DE226AF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0C5A17-71BF-08A6-A251-6473C92D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CB8879-9317-230F-15F3-5FE4EFFA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E72D9D-8D17-10AF-44E6-80A08FEF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6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82FCEBB-96F2-2774-29F7-9CB634C96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3401C-6004-1244-18A6-443C693A7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3D053E-69BE-FCE0-1583-7597AD85B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8A12E-148C-42E7-B8B9-D26E661CFD49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E8D037-64DC-ADC4-E270-97324122B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98D8AC-05AE-F8FA-E360-05F53603B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D0508-68CF-4C3A-B9AC-1574E8C25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80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5A2B82C-6D37-52F4-CB96-36CE2D034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836016"/>
              </p:ext>
            </p:extLst>
          </p:nvPr>
        </p:nvGraphicFramePr>
        <p:xfrm>
          <a:off x="105008" y="93700"/>
          <a:ext cx="11960160" cy="5969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032">
                  <a:extLst>
                    <a:ext uri="{9D8B030D-6E8A-4147-A177-3AD203B41FA5}">
                      <a16:colId xmlns:a16="http://schemas.microsoft.com/office/drawing/2014/main" val="535781284"/>
                    </a:ext>
                  </a:extLst>
                </a:gridCol>
                <a:gridCol w="2392032">
                  <a:extLst>
                    <a:ext uri="{9D8B030D-6E8A-4147-A177-3AD203B41FA5}">
                      <a16:colId xmlns:a16="http://schemas.microsoft.com/office/drawing/2014/main" val="3142431451"/>
                    </a:ext>
                  </a:extLst>
                </a:gridCol>
                <a:gridCol w="2392032">
                  <a:extLst>
                    <a:ext uri="{9D8B030D-6E8A-4147-A177-3AD203B41FA5}">
                      <a16:colId xmlns:a16="http://schemas.microsoft.com/office/drawing/2014/main" val="2516300922"/>
                    </a:ext>
                  </a:extLst>
                </a:gridCol>
                <a:gridCol w="2392032">
                  <a:extLst>
                    <a:ext uri="{9D8B030D-6E8A-4147-A177-3AD203B41FA5}">
                      <a16:colId xmlns:a16="http://schemas.microsoft.com/office/drawing/2014/main" val="2189483256"/>
                    </a:ext>
                  </a:extLst>
                </a:gridCol>
                <a:gridCol w="2392032">
                  <a:extLst>
                    <a:ext uri="{9D8B030D-6E8A-4147-A177-3AD203B41FA5}">
                      <a16:colId xmlns:a16="http://schemas.microsoft.com/office/drawing/2014/main" val="2903983344"/>
                    </a:ext>
                  </a:extLst>
                </a:gridCol>
              </a:tblGrid>
              <a:tr h="74619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OSI</a:t>
                      </a:r>
                      <a:r>
                        <a:rPr lang="ko-KR" alt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Layer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No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TCP/IP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Other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439152"/>
                  </a:ext>
                </a:extLst>
              </a:tr>
              <a:tr h="7461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Alligator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Application </a:t>
                      </a:r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L7(Firewall)</a:t>
                      </a:r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HTTP</a:t>
                      </a:r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HTTPS, SSH, DNS,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790418"/>
                  </a:ext>
                </a:extLst>
              </a:tr>
              <a:tr h="7461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Pet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Presentation 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856689"/>
                  </a:ext>
                </a:extLst>
              </a:tr>
              <a:tr h="7461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Steve’s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Session </a:t>
                      </a: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955700"/>
                  </a:ext>
                </a:extLst>
              </a:tr>
              <a:tr h="7461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Touch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Transport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L4(NAT)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TCP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UDP, SCTP, ICMP(?)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451874"/>
                  </a:ext>
                </a:extLst>
              </a:tr>
              <a:tr h="7461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Not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Network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L3(Router)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IP4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IP6, ARP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397612"/>
                  </a:ext>
                </a:extLst>
              </a:tr>
              <a:tr h="7461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Do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Data Link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L2(Switch)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Ethernet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SDLC,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LTE,</a:t>
                      </a:r>
                      <a:r>
                        <a:rPr lang="ko-KR" altLang="en-US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454501"/>
                  </a:ext>
                </a:extLst>
              </a:tr>
              <a:tr h="7461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Please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Physical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681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036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61</Words>
  <Application>Microsoft Office PowerPoint</Application>
  <PresentationFormat>와이드스크린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2023110993</dc:creator>
  <cp:lastModifiedBy>2023110993</cp:lastModifiedBy>
  <cp:revision>4</cp:revision>
  <dcterms:created xsi:type="dcterms:W3CDTF">2026-04-20T07:17:00Z</dcterms:created>
  <dcterms:modified xsi:type="dcterms:W3CDTF">2026-04-21T07:38:00Z</dcterms:modified>
</cp:coreProperties>
</file>